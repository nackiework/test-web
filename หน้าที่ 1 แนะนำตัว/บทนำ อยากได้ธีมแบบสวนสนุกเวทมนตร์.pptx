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b125c46f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b125c46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th" sz="1100"/>
              <a:t>"Welcome to WISH: The ultimate destination for fun and magic."</a:t>
            </a:r>
            <a:r>
              <a:rPr lang="th" sz="1100"/>
              <a:t> </a:t>
            </a:r>
            <a:r>
              <a:rPr i="1" lang="th" sz="1100"/>
              <a:t>(ยินดีต้อนรับสู่ WISH: จุดหมายปลายทางแห่งความสนุกและเวทมนตร์)</a:t>
            </a:r>
            <a:r>
              <a:rPr lang="th" sz="1100"/>
              <a:t>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th" sz="1100">
                <a:solidFill>
                  <a:schemeClr val="dk1"/>
                </a:solidFill>
              </a:rPr>
              <a:t>"Make a WISH, take a ride!"</a:t>
            </a:r>
            <a:r>
              <a:rPr lang="th" sz="1100">
                <a:solidFill>
                  <a:schemeClr val="dk1"/>
                </a:solidFill>
              </a:rPr>
              <a:t> </a:t>
            </a:r>
            <a:r>
              <a:rPr i="1" lang="th" sz="1100">
                <a:solidFill>
                  <a:schemeClr val="dk1"/>
                </a:solidFill>
              </a:rPr>
              <a:t>(อธิษฐานแล้วไปลุยเครื่องเล่นกันเลย!)</a:t>
            </a:r>
            <a:r>
              <a:rPr lang="th" sz="1100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h"/>
              <a:t>เจ้าของกลุ่มเครือ Wish และเจ้าของฟ้อนต์เครือ With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h" sz="2300">
                <a:solidFill>
                  <a:schemeClr val="dk1"/>
                </a:solidFill>
              </a:rPr>
              <a:t>Welcome to Our Space • ยินดีที่ได้รู้จักค่ะ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h" sz="1100">
                <a:solidFill>
                  <a:schemeClr val="dk1"/>
                </a:solidFill>
              </a:rPr>
              <a:t>สวัสดีค่ะ </a:t>
            </a:r>
            <a:r>
              <a:rPr i="1" lang="th" sz="1100">
                <a:solidFill>
                  <a:schemeClr val="dk1"/>
                </a:solidFill>
              </a:rPr>
              <a:t>ยินดีต้อนรับสู่ WISH / WITH : จุดหมายปลายทางแห่งความสนุกและเวทมนตร์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h" sz="1100">
                <a:solidFill>
                  <a:schemeClr val="dk1"/>
                </a:solidFill>
              </a:rPr>
              <a:t>ในฐานะ</a:t>
            </a:r>
            <a:r>
              <a:rPr b="1" lang="th" sz="1100">
                <a:solidFill>
                  <a:schemeClr val="dk1"/>
                </a:solidFill>
              </a:rPr>
              <a:t>ผู้ก่อตั้งและเจ้าของกลุ่มเครือ Wish</a:t>
            </a:r>
            <a:r>
              <a:rPr lang="th" sz="1100">
                <a:solidFill>
                  <a:schemeClr val="dk1"/>
                </a:solidFill>
              </a:rPr>
              <a:t> รวมถึง</a:t>
            </a:r>
            <a:r>
              <a:rPr b="1" lang="th" sz="1100">
                <a:solidFill>
                  <a:schemeClr val="dk1"/>
                </a:solidFill>
              </a:rPr>
              <a:t>ผู้สร้างสรรค์ฟอนต์ในเครือ With</a:t>
            </a:r>
            <a:r>
              <a:rPr lang="th" sz="1100">
                <a:solidFill>
                  <a:schemeClr val="dk1"/>
                </a:solidFill>
              </a:rPr>
              <a:t> มีความตั้งใจจริงที่อยากจะขับเคลื่อนไอเดียดี ๆผ่านงานออกแบบ และตัวอักษรที่จะช่วยเติมเต็มทุกความฝันของคุณให้เป็นจริง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h" sz="1100">
                <a:solidFill>
                  <a:schemeClr val="dk1"/>
                </a:solidFill>
              </a:rPr>
              <a:t>เปิดรับตัวแทนกลุ่ม / ฟ้อนต์ 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h" sz="1100">
                <a:solidFill>
                  <a:schemeClr val="dk1"/>
                </a:solidFill>
              </a:rPr>
              <a:t>กลุ่ม</a:t>
            </a:r>
            <a:r>
              <a:rPr lang="th" sz="1100">
                <a:solidFill>
                  <a:schemeClr val="dk1"/>
                </a:solidFill>
              </a:rPr>
              <a:t> - ตัวแทนรุ่นที่ 1 (ไม่มีการคัดออก เสียค่าสมัคร 599 บาท มีโบนัสทำยอดและมีเปอร์เซ็นให้เลยตั้งแต่กลุ่มแรกคืนทุนไว)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h" sz="1100">
                <a:solidFill>
                  <a:schemeClr val="dk1"/>
                </a:solidFill>
              </a:rPr>
              <a:t>*เงื่อนไขต้อง post สม่ำเสมอ จะทำการสุ่มเช็ค ไม่คัดออกแต่ไม่ได้ยอดโบนัสตามเป้า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h" sz="1100">
                <a:solidFill>
                  <a:schemeClr val="dk1"/>
                </a:solidFill>
              </a:rPr>
              <a:t>ฟ้อนต์</a:t>
            </a:r>
            <a:r>
              <a:rPr lang="th" sz="1100">
                <a:solidFill>
                  <a:schemeClr val="dk1"/>
                </a:solidFill>
              </a:rPr>
              <a:t> - ตัวแทนรุ่นที่ 1  (ไม่มีการคัดออก เสียค่าสมัคร 299 บาท รับจำนวนจำกัด 15 คน มีฟอนต์ใหม่ให้ขายเรื่อยๆคืนทุนไวแน่นอนเรทสูงสุด 40%)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h" sz="1100">
                <a:solidFill>
                  <a:schemeClr val="dk1"/>
                </a:solidFill>
              </a:rPr>
              <a:t>*เงื่อนไขต้อง post สม่ำเสมอ จะทำการสุ่มเช็ค ไม่คัดออกแต่ไม่ได้ยอดโบนัสตามเป้า</a:t>
            </a:r>
            <a:endParaRPr/>
          </a:p>
        </p:txBody>
      </p:sp>
      <p:sp>
        <p:nvSpPr>
          <p:cNvPr id="62" name="Google Shape;62;p14"/>
          <p:cNvSpPr txBox="1"/>
          <p:nvPr/>
        </p:nvSpPr>
        <p:spPr>
          <a:xfrm>
            <a:off x="1322625" y="1300575"/>
            <a:ext cx="423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